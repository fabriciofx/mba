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Repositórios GitHub informados pelo usuário: product-api-devops-uniesp e rbcc-node-app.
- Arquivos locais usados para esta atualização: /mnt/data/jenkins_pipeline_examples_corrigidos/*/Jenkinsfile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dos Jenkinsfiles corrigidos em /mnt/data/jenkins_pipeline_examples_corrigidos/01-ok-python-api-corrigido/Jenkinsfile e 02-ok-compose-validate-corrigido/Jenkinsfile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Arquivos locais dos quatro Jenkinsfiles corrigidos/quebrados em /mnt/data/jenkins_pipeline_examples_corrigidos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/mnt/data/jenkins_pipeline_examples_corrigidos/01-ok-python-api-corrigido/Jenkinsfile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/mnt/data/jenkins_pipeline_examples_corrigidos/01-ok-python-api-corrigido/Jenkinsfile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Código extraído de /mnt/data/jenkins_pipeline_examples_corrigidos/01-ok-python-api-corrigido/Jenkinsfile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/mnt/data/jenkins_pipeline_examples_corrigidos/02-ok-compose-validate-corrigido/Jenkinsfile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Código extraído de /mnt/data/jenkins_pipeline_examples_corrigidos/02-ok-compose-validate-corrigido/Jenkinsfile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/mnt/data/jenkins_pipeline_examples_corrigidos/03-broken-node-tests/Jenkinsfile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/mnt/data/jenkins_pipeline_examples_corrigidos/04-broken-node-entrypoint/Jenkinsfile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Síntese baseada nos quatro Jenkinsfiles em /mnt/data/jenkins_pipeline_examples_corrigidos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Pacote corrigido: /mnt/data/jenkins_pipeline_examples_corrigidos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Jenkins: pipelines corrigidas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com análise detalhada dos erros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Versão atualizada para refletir as correções nos 2 exemplos que devem funcionar, mantendo 2 exemplos quebrados para diagnóstico em aula.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0" y="155448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77072" y="1682496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4 cenários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77072" y="1938528"/>
            <a:ext cx="186537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 funcionais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 com falhas didáticas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274320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77072" y="2871216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Foco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7072" y="3127248"/>
            <a:ext cx="186537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checkout, env, validação, testes e troubleshooting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39319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7072" y="4059936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Objetivo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7072" y="4315968"/>
            <a:ext cx="186537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mostrar o motivo real das falhas e como corrigi-las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foi corrigido nos exemplos válidos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Os problemas não estavam no Jenkins em si, mas nas premissas usadas dentro dos Jenkinsfiles.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Exemplo 1 falhava porque a pipeline tentava interagir com a aplicação antes de preparar o arquivo .env.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Nesse projeto, variáveis como DB_BACKEND são exigidas cedo no carregamento da aplicação.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Exemplo 2 falhava por depender de docker compose e de acesso ao daemon Docker no agente Jenkins.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Em ambiente de laboratório, isso costuma quebrar por ausência do Docker, plugin Compose ou permissões.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As correções tornaram os exemplos reproduzíveis em agentes Jenkins mais simples.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35240" y="150876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99832" y="163677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Sintoma observado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99832" y="1892808"/>
            <a:ext cx="341985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Os dois pipelines que “deveriam funcionar” estavam falhando antes mesmo de demonstrar o conceito desejado.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35240" y="306324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9832" y="319125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Estratégia de correção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99832" y="3447288"/>
            <a:ext cx="34198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Trocar dependências frágeis por validações estáticas e checagens de estrutura, sem perder valor didático.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dos 4 exemplos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Visão geral do que cada pipeline demonstra em aula.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27080" cy="429768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  <a:gridCol w="1325880"/>
                <a:gridCol w="4663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Repositório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Demonstração principal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01 · Python API corrigido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product-api-devops-uniesp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Funciona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Checkout + .env + virtualenv + validação estática + OpenAPI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02 · Compose validado corrigido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product-api-devops-uniesp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Funciona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Validação do docker-compose sem depender de Docker daemon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03 · Node tests quebrado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rbcc-node-app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Falha esperada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npm test retorna erro propositalmente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04 · Entrypoint quebrado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rbcc-node-app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Falha esperada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node index.js aponta para arquivo inexistente</a:t>
                      </a:r>
                      <a:endParaRPr lang="en-US" sz="1300" dirty="0"/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1 corrigido: Python API com ambiente preparado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Pipeline funcional voltada para validação segura do projeto.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453896"/>
            <a:ext cx="5294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1. Checkout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709928"/>
            <a:ext cx="52943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Clona a branch main do repositório product-api-devops-uniesp.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075688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F9FB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2203704"/>
            <a:ext cx="5294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2. Validate repository 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2459736"/>
            <a:ext cx="52943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Confere arquivos essenciais: requirements.txt, .env.example, Dockerfile, docker-compose.yml, app/main.py e openapi/openapi.yaml.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" y="2953512"/>
            <a:ext cx="5294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3. Prepare environment 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3209544"/>
            <a:ext cx="52943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Copia .env.example para .env antes de qualquer validação sensível a variáveis de ambiente.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575304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F9FB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" y="3703320"/>
            <a:ext cx="5294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4. Create virtualenv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" y="3959352"/>
            <a:ext cx="52943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Cria .venv e instala dependências do requirements.txt.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325112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" y="4453128"/>
            <a:ext cx="5294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5. Static Python validation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" y="4709160"/>
            <a:ext cx="52943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Usa py_compile para validar sintaxe sem subir banco ou importar a aplicação inteira.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5074920"/>
            <a:ext cx="5623560" cy="658368"/>
          </a:xfrm>
          <a:prstGeom prst="roundRect">
            <a:avLst>
              <a:gd name="adj" fmla="val 11111"/>
            </a:avLst>
          </a:prstGeom>
          <a:solidFill>
            <a:srgbClr val="F9FB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0392" y="5202936"/>
            <a:ext cx="5294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6. Contract sanity checks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" y="5458968"/>
            <a:ext cx="52943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Valida OpenAPI e a presença de FastAPI no arquivo principal.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15087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48272" y="1636776"/>
            <a:ext cx="4562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Por que agora funciona?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48272" y="1892808"/>
            <a:ext cx="456285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Porque a pipeline evita interações prematuras com a aplicação e valida apenas o que é estável e reproduzível em um agente Jenkins comum.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24612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48272" y="3374136"/>
            <a:ext cx="4562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Benefício didático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48272" y="3630168"/>
            <a:ext cx="456285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 aluno vê checkout, preparação de ambiente, instalação de dependências e validação de contrato sem ficar preso em erros de infraestrutura externa.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1: erro original e correção aplicada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Ajuste central: preparar o ambiente antes de validar o projeto.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453896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Antes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709928"/>
            <a:ext cx="51114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pipeline anterior tentava validar a aplicação cedo demais. Isso era frágil porque o projeto depende de configurações de ambiente e poderia falhar logo no import.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3739896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Depois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3995928"/>
            <a:ext cx="511149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nova versão cria o .env, instala dependências e usa validações estáticas. Assim, o Jenkins demonstra a lógica da pipeline sem exigir banco, containers ou execução total da API.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32588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1453896"/>
            <a:ext cx="4745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Como consertar em outros projetos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1709928"/>
            <a:ext cx="474573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Descobrir se o projeto lê variáveis no import.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Criar ou injetar .env antes de testes sensíveis.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Preferir checagens estáticas quando o objetivo da aula não é integração completa.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Separar validação de sintaxe, contrato e integração real em estágios diferentes.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Trecho comentado do Jenkinsfile corrigido #1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Os comentários no arquivo explicam exatamente o motivo da mudança.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155680" cy="5257800"/>
          </a:xfrm>
          <a:prstGeom prst="roundRect">
            <a:avLst>
              <a:gd name="adj" fmla="val 870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10789920" cy="4800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test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requirements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test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test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Dockerfile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test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docker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test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test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openapi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'Prepare environment file'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CORREÇÃO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O Jenkinsfile anterior tentava carregar a aplicação sem garantir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que o arquivo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existia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Neste projeto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load_settings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exige DB_BACKEND e outras variáveis logo no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'Create virtualenv and install dependencies'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python3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venv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python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pip install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 pip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pip install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requirements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'Static Python validation'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CORREÇÃO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Em vez de importar 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diretamente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validamos a sintaxe dos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arquivos Python com py_compile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Isso evita falhas por dependências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externas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banco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Docker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variáveis de ambiente incompletas etc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e torna a pipeline realmente funcional em um agente Jenkins comum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python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py_compile app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/*.py app/*/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app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/*/*/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'Contract and project sanity checks'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CORREÇÃO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2 corrigido: validação do docker-compose sem Docker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Pipeline funcional em ambientes onde o agente Jenkins não tem daemon Docker disponível.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499616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Problema do desenho anterior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755648"/>
            <a:ext cx="5111496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Usar docker compose config/build dentro do Jenkins pressupõe Docker instalado, Compose disponível e permissão no daemon. Em laboratório, isso é uma dependência frágil.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3282696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Correção aplicada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3538728"/>
            <a:ext cx="511149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pipeline passou a validar o arquivo docker-compose.yml com PyYAML, que já está nas dependências do projeto. Isso verifica estrutura, serviços exigidos e referências ao .env sem depender de containers.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1499616"/>
            <a:ext cx="4745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 que ela checa agora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1755648"/>
            <a:ext cx="4745736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presença da chave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existência dos serviços api, mysql e mongo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build do serviço api apontando para o diretório atual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uso do arquivo .env no serviço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listagem final dos artefatos-chave para auditoria visual do checkout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Trecho comentado do Jenkinsfile corrigido #2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ideia é validar a intenção do Compose, não executar containers em qualquer agente.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155680" cy="5257800"/>
          </a:xfrm>
          <a:prstGeom prst="roundRect">
            <a:avLst>
              <a:gd name="adj" fmla="val 870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10789920" cy="4800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'Prepare env file'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O repositório já disponibiliza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Copiamos para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para manter consistência com o README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'Prepare Python tooling'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python3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venv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python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pip install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 pip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pip install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requirements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'Validate docker-compose structure without Docker daemon'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VENV_DIR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CORREÇÃO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O Jenkinsfile anterior usava `docker compose config` e `docker compose build`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Isso quebra facilmente quando o agente Jenkins não possui Docker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plugin Compose ou permissão para acessar o daemon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Aqui validamos o docker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yml com PyYAML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 já está em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requirements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Assim a pipeline continua funcional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didática e independente da infraestrutura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python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'PY'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yaml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safe_load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'docker-compose.yml'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compose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'Nenhum serviço encontrado no docker-compose.yml'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required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'api'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'mysql'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'mongo'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required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'Serviço obrigatório ausente: {required}'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'api'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'Serviço api deveria usar build do diretório atual'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'.env'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'api'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'env_file'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'Serviço api deveria usar .env'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'docker-compose.yml validado com sucesso. Serviços:'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 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'List key files for audit'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3 quebrado: falha proposital em npm 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Pipeline inválida por desenho do próprio repositório-alvo.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499616"/>
            <a:ext cx="5157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Onde está o erro?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755648"/>
            <a:ext cx="51572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stage Run tests executa npm test. Nesse repositório, o script de teste foi definido para encerrar com erro propositalmente.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3374136"/>
            <a:ext cx="5157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Como corrigir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3630168"/>
            <a:ext cx="515721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Trocar o script test no package.json por um teste real, por exemplo com Jest, ou remover a stage de testes quando o objetivo da aula não for automação de testes.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5074920" cy="4389120"/>
          </a:xfrm>
          <a:prstGeom prst="roundRect">
            <a:avLst>
              <a:gd name="adj" fmla="val 1042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72768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any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REPO_URL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'https://github.com/rodrigobarbosa/rbcc-node-app.git'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BRANCH_NAME_TO_BUILD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'Checkout'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git branch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BRANCH_NAME_TO_BUILD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REPO_URL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'Install dependencies'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'npm install'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'Run tests'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'npm test'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failure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echo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'Falha esperada: o script de teste deste repositório retorna erro propositalmente.'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always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cleanWs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65392" y="44805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Mensagem esperada no Jenkins: a pipeline falha na stage de testes, o que permite mostrar ao aluno como ler logs e localizar a origem do problema.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4 quebrado: entrypoint incorreto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Falha clássica para ensinar diagnóstico de arquivo inexistente e divergência com package.json.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453896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Onde está o erro?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709928"/>
            <a:ext cx="5111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stage Start application incorrectly usa node index.js. Porém esse cenário foi montado para representar um arquivo de entrada incorreto.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3282696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Como corrigir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3538728"/>
            <a:ext cx="5111496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Usar o arquivo de entrada real do projeto, ajustar o comando de execução da pipeline ou alinhar o package.json com o arquivo correto. É um ótimo exemplo de inconsistência entre configuração e código.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325880"/>
            <a:ext cx="5074920" cy="4526280"/>
          </a:xfrm>
          <a:prstGeom prst="roundRect">
            <a:avLst>
              <a:gd name="adj" fmla="val 1010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any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REPO_URL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'https://github.com/rodrigobarbosa/rbcc-node-app.git'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BRANCH_NAME_TO_BUILD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'Checkout'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git branch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BRANCH_NAME_TO_BUILD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REPO_URL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'Install dependencies'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'npm install'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'Start application incorrectly'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sh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'node index.js'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failure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echo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'Falha esperada: o pipeline tenta executar um arquivo inexistente.'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always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cleanWs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65392" y="4572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Discussão útil em aula: “o erro está no Jenkinsfile, no package.json ou na organização do projeto?”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final: o que faz um exemplo de pipeline ser didático e executável?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Checklist que evita frustração em aula prática.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14538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Boas práticas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709928"/>
            <a:ext cx="2414016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usar checkout claro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validar estrutura do projeto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preparar variáveis e .env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instalar dependências explicitamente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evitar dependência externa desnecessária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separar validação estática de integração real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32588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6472" y="14538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Sinais de pipeline frágil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1709928"/>
            <a:ext cx="2414016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importar aplicação cedo demais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depender de banco/daemon sem necessidade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usar comandos diferentes do ambiente do agente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assumir arquivos que não existem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scripts de teste mal definidos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132588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02552" y="1453896"/>
            <a:ext cx="4608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Perguntas para guiar os alunos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02552" y="1709928"/>
            <a:ext cx="4608576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O erro ocorreu no checkout, dependências, execução ou configuração?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O pipeline falhou por código do projeto ou por infraestrutura do agente?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A validação escolhida combina com o objetivo da aula?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Como reescrever o stage para ficar mais resiliente?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5. O que deve permanecer como erro proposital e o que deve ser corrigido?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Sequência sugerida para a demonstração em sala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Fluxo prático para mostrar sucesso, falha e correção.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Rodrigo Barbosa · Jenkins em aula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6949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Rode primeiro o Exemplo 1 corrigido para mostrar uma pipeline estável e simples.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Depois rode o Exemplo 2 corrigido para discutir dependências de infraestrutura do agente Jenkins.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Em seguida, execute o Exemplo 3 quebrado e peça aos alunos para localizar a falha no stage de testes.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Finalize com o Exemplo 4 quebrado para trabalhar leitura de logs e inconsistência de entrypoint.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Como atividade, peça que os alunos transformem um dos exemplos quebrados em uma pipeline funcional.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0" y="15544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65592" y="1682496"/>
            <a:ext cx="314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Resultado pedagógico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65592" y="1938528"/>
            <a:ext cx="314553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Os alunos enxergam não só “como fazer”, mas também “como depurar” uma pipeline Jenkins.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01000" y="34290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65592" y="3557016"/>
            <a:ext cx="314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Material atualizado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65592" y="3813048"/>
            <a:ext cx="314553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Esta versão dos slides já reflete os Jenkinsfiles corrigidos que foram gerados no pacote revisado.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Jenkins: exemplos corrigidos e análise de erros</dc:title>
  <dc:subject>Jenkins Pipelines Corrigidas</dc:subject>
  <dc:creator>OpenAI</dc:creator>
  <cp:lastModifiedBy>OpenAI</cp:lastModifiedBy>
  <cp:revision>1</cp:revision>
  <dcterms:created xsi:type="dcterms:W3CDTF">2026-03-21T10:11:01Z</dcterms:created>
  <dcterms:modified xsi:type="dcterms:W3CDTF">2026-03-21T10:11:01Z</dcterms:modified>
</cp:coreProperties>
</file>