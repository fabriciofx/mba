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 (exemplo)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Build</c:v>
                  </c:pt>
                  <c:pt idx="1">
                    <c:v>Testes</c:v>
                  </c:pt>
                  <c:pt idx="2">
                    <c:v>Deploy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8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Automatizado (exemplo)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Build</c:v>
                  </c:pt>
                  <c:pt idx="1">
                    <c:v>Testes</c:v>
                  </c:pt>
                  <c:pt idx="2">
                    <c:v>Deploy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nivelar conceitos e sair com um modelo de pipeline “industrializável”.
[Sources]
- https://www.jenkins.io/press/ (blurb/definição de Jenkins e contexto)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5 min
[Sources]
- https://www.jenkins.io/download/ (linhas de release e opções de deploy)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5 min
[Sources]
- https://martinfowler.com/articles/continuousIntegration.html (base conceitual de CI)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6–8 min
Observação: este slide é descritivo (padrões históricos) — sem uma única fonte canônica.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ilustrativo (dados não são estatística oficial).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https://martinfowler.com/articles/continuousIntegration.html (definição e prática de CI)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https://www.jenkins.io/press/ (elevator pitch / blurb)
- https://en.wikipedia.org/wiki/Jenkins_(software) (visão geral e histórico — usar como fonte secundária)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https://www.jenkins.io/blog/2011/01/11/hudsons-future/ (proposta de renomeação)
- https://www.infoq.com/news/2011/01/jenkins/ (resultado da votação e contexto)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https://www.jenkins.io/doc/book/pipeline/ (visão geral de Pipeline)
- https://www.jenkins.io/doc/book/pipeline/jenkinsfile/ (conceito de Jenkinsfile e exemplos)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https://www.jenkins.io/doc/book/pipeline/syntax/ (definições: step, estrutura)
- https://www.jenkins.io/doc/book/using/using-agents/ (conceito de agent)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https://www.jenkins.io/doc/book/using/using-agents/ (controller administra agents e executores)
- https://www.jenkins.io/doc/book/scaling/architecting-for-scale/ (considerações de escala)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https://www.jenkins.io/download/ (linhas LTS e weekly)
- https://www.jenkins.io/doc/book/platform-information/support-policy-java/ (política de suporte Java)
- https://www.jenkins.io/blog/2024/06/11/require-java-17/ (mudança para Java 17+)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https://www.jenkins.io/download/ (opções oficiais de deploy)
- https://www.jenkins.io/doc/book/scaling/architecting-for-scale/ (estratégias ao crescer)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https://www.jenkins.io/download/ (Docker como opção oficial de deploy)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https://plugins.jenkins.io/Matrix-Auth (Matrix Authorization Strategy)
- https://plugins.jenkins.io/role-strategy/ (Role-based Authorization Strategy)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https://www.jenkins.io/doc/book/pipeline/ (imagem: realworld-pipeline-flow.png)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https://www.jenkins.io/doc/book/pipeline/ (seção Declarative vs Scripted)
- https://www.jenkins.io/doc/book/pipeline/syntax/ (steps e sintaxe)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https://www.jenkins.io/doc/book/pipeline/jenkinsfile/ (exemplos de Jenkinsfile)
- https://www.jenkins.io/doc/book/pipeline/syntax/ (estrutura e diretivas)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https://www.jenkins.io/doc/book/pipeline/syntax/ (diretivas: agent, environment, tools, stages, post, options)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https://www.jenkins.io/doc/book/pipeline/syntax/ (diretiva agent)
- https://docs.cloudbees.com/docs/cloudbees-ci/latest/pipeline-syntax-reference-guide/declarative-pipeline (agent label/none)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8–10 min
[Sources]
- https://www.jenkins.io/doc/book/pipeline/jenkinsfile/ (exemplos e alerta sobre injeção insegura em shell)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https://www.jenkins.io/doc/book/pipeline/syntax/ (options, triggers, parameters)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https://www.jenkins.io/doc/book/pipeline/syntax/ (when/input)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https://www.jenkins.io/doc/book/pipeline/syntax/ (parallel e matrix)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https://www.jenkins.io/doc/book/pipeline/syntax/ (stash/unstash, post, etc.)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https://www.jenkins.io/projects/blueocean/about/ (status do Blue Ocean + screenshots)
- https://www.jenkins.io/images/post-images/blueocean/pipeline-run.png (imagem)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https://www.jenkins.io/doc/book/blueocean/ (menciona o snippet generator como ferramenta preferida)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12–15 min
[Sources]
- https://www.jenkins.io/doc/book/pipeline/syntax/ (diretivas e recursos)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https://www.jenkins.io/doc/book/pipeline/multibranch/ (descoberta automática e Jenkinsfile)
- https://plugins.jenkins.io/workflow-multibranch/ (plugin multibranch)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https://plugins.jenkins.io/github-branch-source/ (plugin e autenticação)
- https://www.jenkins.io/doc/book/pipeline/multibranch/ (multibranch)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https://www.jenkins.io/doc/book/pipeline/multibranch/ (como criar Multibranch Pipeline)
- https://docs.cloudbees.com/docs/cloudbees-ci-kb/latest/client-and-managed-controllers/github-webhook-pipeline-multibranch (exemplo de webhook multibranch)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https://docs.cloudbees.com/docs/cloudbees-ci-kb/latest/client-and-managed-controllers/github-webhook-pipeline-multibranch (url e fluxo geral)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https://www.jenkins.io/doc/book/pipeline/multibranch/ (branches/PRs em multibranch)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https://plugins.jenkins.io/github-branch-source/ (integração e auth)
- https://www.jenkins.io/doc/book/pipeline/ (pipeline as code e práticas)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Observação: esta abordagem depende do plugin Git (padrão na maioria das instalações).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https://www.jenkins.io/doc/book/using/using-agents/ (relação controller/agents)
- https://www.jenkins.io/doc/book/scaling/architecting-for-scale/ (padrões ao crescer)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https://www.jenkins.io/doc/book/scaling/architecting-for-scale/ (horizontal vs vertical)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https://www.jenkins.io/doc/book/platform-information/upgrade-java-to-21/ (recomenda backup e testes ao trocar JVM)
- https://www.jenkins.io/doc/book/platform-information/support-policy-java/ (tabela de suporte Java)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https://www.jenkins.io/doc/book/pipeline/
- https://www.jenkins.io/doc/book/pipeline/syntax/
- https://www.jenkins.io/doc/book/pipeline/multibranch/
- https://www.jenkins.io/doc/book/using/using-agents/
- https://www.jenkins.io/doc/book/scaling/architecting-for-scale/
- https://www.jenkins.io/press/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pic>
        <p:nvPicPr>
          <p:cNvPr id="3" name="Image 0" descr="/mnt/data/img/jenkins_logo_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0040" y="548640"/>
            <a:ext cx="106299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34295" y="2148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94360" y="1920240"/>
            <a:ext cx="8442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— do “pré-Jenkins” a pipelines completas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94360" y="2926080"/>
            <a:ext cx="8442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História, fundamentos, Jenkinsfile e CI/CD ponta-a-ponta (≈6h com labs e pausas).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94360" y="3840480"/>
            <a:ext cx="844265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3977640"/>
            <a:ext cx="8442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didático (PT-BR) • inclui labs e templates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 este material (6h)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7178040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6537960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60% explicação + 40% prática (demos e labs guiados)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pode pausar em qualquer slide “LAB” e executar os passos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assumo: Git básico, terminal e noções de build/test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final: uma pipeline completa (build → testes → artefato → deploy) com boas práticas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092440" y="1508760"/>
            <a:ext cx="3474720" cy="16002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0" y="1645920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para rodar os labs, o caminho mais rápido é Jenkins em Docker + um repo de exemplo (Node/Java).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quiser, adapte os scripts para o seu stack.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e divisão de tempo (≈6h)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10362895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(45m): Antes do Jenkins — como era build/deploy e por que doía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(50m): CI e história Hudson → Jenkins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(10m)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(60m): Instalação, arquitetura (controller/agents) e configuração base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(95m): Pipelines e Jenkinsfile (estrutura + práticas + recursos avançados)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(10m)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(55m): Pipeline a partir do GitHub (Multibranch + Webhook + PRs)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 (35m): Pipeline a partir de projeto local (sem GitHub)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7 (20m): Operação/segurança/escala + checklist final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Pré-Jenkins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— O mundo “pré-Jenkins”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94360" y="1389888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era o fluxo de desenvolvimento e, principalmente, o fluxo de deploy antes da automação de CI/CD virar padrão.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709928"/>
            <a:ext cx="110029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Pré-Jenkins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“na unha”: um fluxo bem comum (anos 2000–início 2010)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5341468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35608"/>
            <a:ext cx="48842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801368"/>
            <a:ext cx="4792828" cy="4325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menos frequentes (às vezes “big bang”)</a:t>
            </a:r>
            <a:endParaRPr lang="en-US" sz="1600" dirty="0"/>
          </a:p>
          <a:p>
            <a:pPr marL="182880" indent="-18288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tardia (merge doloroso)</a:t>
            </a:r>
            <a:endParaRPr lang="en-US" sz="1600" dirty="0"/>
          </a:p>
          <a:p>
            <a:pPr marL="182880" indent="-18288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na máquina do dev ou servidor ad-hoc</a:t>
            </a:r>
            <a:endParaRPr lang="en-US" sz="1600" dirty="0"/>
          </a:p>
          <a:p>
            <a:pPr marL="182880" indent="-18288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 gerado manualmente (zip/war/tar)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55868" y="1252728"/>
            <a:ext cx="5341468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84468" y="1435608"/>
            <a:ext cx="48842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/ Operação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0188" y="1801368"/>
            <a:ext cx="4792828" cy="4325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em wiki + scripts locais</a:t>
            </a:r>
            <a:endParaRPr lang="en-US" sz="1600" dirty="0"/>
          </a:p>
          <a:p>
            <a:pPr marL="182880" indent="-18288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FTP/SCP/compartilhamento de arquivos</a:t>
            </a:r>
            <a:endParaRPr lang="en-US" sz="1600" dirty="0"/>
          </a:p>
          <a:p>
            <a:pPr marL="182880" indent="-18288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manual por ambiente</a:t>
            </a:r>
            <a:endParaRPr lang="en-US" sz="1600" dirty="0"/>
          </a:p>
          <a:p>
            <a:pPr marL="182880" indent="-18288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improvisado ("volta a versão")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Pré-Jenkins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Dores clássicas do fluxo manual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10362895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“Funciona na minha máquina”: ambientes divergentes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no fim do ciclo → conflitos + bugs “fantasmas”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fora de horário, com medo, e altamente dependente de pessoas-chave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rastreabilidade: qual commit está em produção?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rodando tarde (ou nem rodando) → custo alto de correção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6/55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Pré-Jenkins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585216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Ilustração: esforço e risco antes/depois da automação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didático (valores ilustrativos): quanto mais manual, mais variação e chance de erro.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1002975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914400" y="1801368"/>
          <a:ext cx="10362895" cy="41879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7/55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Pré-Jenkins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virada: build automatizado + integração frequente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10362895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automatizado não é só compilar — inclui teste, empacotar e validar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CI: integrar mudanças frequentemente em uma “mainline” e verificar com build/test automatizados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não é “ter um servidor”: é reduzir risco e tempo de feedback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8/55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 &amp; CI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— De Hudson a Jenkins (e o que mudou com CI/CD)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94360" y="1389888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histórico + por que “Pipeline as Code” virou o centro do Jenkins moderno.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709928"/>
            <a:ext cx="110029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9/55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 &amp; CI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Jenkins (definição oficial resumida)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10362895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open source de automação para build, teste e deploy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Extensível via plugins (ecossistema enorme)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na JVM e se integra com inúmeras ferramentas de entrega de software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10/55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 &amp; CI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Hudson → Jenkins (2011): o essencial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10362895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nasceu do projeto Hudson (CI server) e foi renomeado em 2011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renomeação aconteceu após disputa de governança/marca com a Oracle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comunidade votou pela mudança de nome e seguiu com o projeto Jenkins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11/55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 &amp; CI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2.x e o foco em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10362895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do Jenkins 2, “Pipeline” virou a forma recomendada de modelar builds complexos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as Code: pipeline versionada junto do código (Jenkinsfile)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facilitam paralelismo, estágios e rastreabilidade ponta-a-ponta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12/55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— Jenkins por dentro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94360" y="1389888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(controller/agents), releases, instalação e configuração base para operar com segurança.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709928"/>
            <a:ext cx="110029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13/55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essenciais (vocabulário)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5341468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35608"/>
            <a:ext cx="48842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801368"/>
            <a:ext cx="4792828" cy="4325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Job/Project: definição do que rodar</a:t>
            </a:r>
            <a:endParaRPr lang="en-US" sz="1600" dirty="0"/>
          </a:p>
          <a:p>
            <a:pPr marL="182880" indent="-18288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Build/Run: execução de um job</a:t>
            </a:r>
            <a:endParaRPr lang="en-US" sz="1600" dirty="0"/>
          </a:p>
          <a:p>
            <a:pPr marL="182880" indent="-18288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Workspace: diretório de trabalho de um build</a:t>
            </a:r>
            <a:endParaRPr lang="en-US" sz="1600" dirty="0"/>
          </a:p>
          <a:p>
            <a:pPr marL="182880" indent="-18288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Artifact: saída empacotada (jar/war/img/etc.)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55868" y="1252728"/>
            <a:ext cx="5341468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84468" y="1435608"/>
            <a:ext cx="48842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0188" y="1801368"/>
            <a:ext cx="4792828" cy="4325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macro-etapa (Build, Test, Deploy...)</a:t>
            </a:r>
            <a:endParaRPr lang="en-US" sz="1600" dirty="0"/>
          </a:p>
          <a:p>
            <a:pPr marL="182880" indent="-18288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ação atômica (sh, checkout, junit...)</a:t>
            </a:r>
            <a:endParaRPr lang="en-US" sz="1600" dirty="0"/>
          </a:p>
          <a:p>
            <a:pPr marL="182880" indent="-18288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onde o trabalho roda (máquina, container, k8s)</a:t>
            </a:r>
            <a:endParaRPr lang="en-US" sz="1600" dirty="0"/>
          </a:p>
          <a:p>
            <a:pPr marL="182880" indent="-18288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Post: ações ao final (always/success/failure)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14/55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Arquitetura: Controller e Agents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10362895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Controller: orquestra builds, mantém configuração e agenda execuções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Agents: executam trabalho (compilar, testar, empacotar, etc.)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controller e agents melhora escalabilidade e segurança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podem ser estáticos (VMs) ou elásticos (cloud/k8s)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15/55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Releases: LTS vs Weekly (e por que você deve se importar)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10362895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tem duas linhas de release: LTS (estável) e Weekly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LTS é a escolha padrão para produção; Weekly serve para testar novidades cedo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Java muda com o tempo: verifique requisito mínimo antes de atualizar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16/55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Opções de instalação (resumo)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10362895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Pacotes (deb/rpm), war standalone, Docker, Kubernetes (via charts/plugins)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típica para labs: Docker (rápido) + volume para JENKINS_HOME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Produção: pense em backup, upgrades, plugins e segregação de agentes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17/55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 — Jenkins em Docker (rápido e reproduzível)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6675120" cy="510235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35608"/>
            <a:ext cx="6217920" cy="4782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Subir Jenkins LTS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jenkins_home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--name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jenkins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8080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50000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:50000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$PWD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/jenkins_home:/var/jenkins_home"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jenkins/jenkins:lts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Pegar a senha inicial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jenkins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/var/jenkins_home/secrets/initialAdminPassword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1252728"/>
            <a:ext cx="400781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0" y="1481328"/>
            <a:ext cx="3459175" cy="4645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http://localhost:8080 e finalize o setup wizard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Instale “Suggested plugins” para começar rápido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veremos plugins essenciais para Pipelines e GitHub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18/55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mínima “para não sofrer”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10362895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Tool Configuration: JDK, Maven/Gradle, Node, etc.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Credentials: centralize tokens/keys (NUNCA hardcode em Jenkinsfile)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Agents: pelo menos 1 agent com ferramentas de build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Segurança: autenticação + autorização + CSRF (padrões já ajudam)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19/55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(RBAC) — 2 estratégias comuns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10362895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Authorization: granular por permissão (global e por item)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Strategy: define papéis (roles) e atribui usuários/grupos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Prática: princípio do menor privilégio + separação de admin e dev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20/55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— Pipelines e Jenkinsfile (o coração do Jenkins moderno)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94360" y="1389888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modelar uma pipeline completa, legível e segura, versionada junto do seu código.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709928"/>
            <a:ext cx="110029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21/55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no mundo real (visão “de fora”)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mnt/data/img/jenkins_realworld_pipeline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7868"/>
            <a:ext cx="10545775" cy="39805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635508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do guia oficial de Pipeline (exemplo de fluxo real).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22/55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Pipeline: Declarative vs Scripted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10362895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Declarative: estrutura opinativa, mais simples, validação melhor, recomendada na maioria dos casos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Scripted: Groovy mais livre (poder maior, mas complexidade maior)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usam “steps”; plugins adicionam steps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23/55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Jenkinsfile Declarative — esqueleto mínimo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6675120" cy="510235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35608"/>
            <a:ext cx="6217920" cy="4782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 any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stages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'Build'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echo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'Compilando...'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'Test'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echo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'Testando...'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always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echo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'Finalizando (sempre)'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589520" y="1252728"/>
            <a:ext cx="400781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0" y="1481328"/>
            <a:ext cx="3459175" cy="4645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bloco raiz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onde roda (global ou por stage)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stages/stage: organiza e dá visibilidade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post: ações após o run (always/success/failure)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24/55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Jenkinsfile (mapa mental)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10362895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agente, opções e configurações globais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variáveis (e bindings com credenciais)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“instala” ferramentas via Jenkins (ex.: maven, jdk)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stages: sequência/ramificações (parallel, matrix)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post: sempre/sucesso/falha/unstable/aborted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25/55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any, label, docker, none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6675120" cy="510235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35608"/>
            <a:ext cx="6217920" cy="4782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 none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stages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'Build'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agent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label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'linux &amp;&amp; docker'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'make build'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'Test em container'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agent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docker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image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'node:20-alpine'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'npm ci &amp;&amp; npm test'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1252728"/>
            <a:ext cx="400781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0" y="1481328"/>
            <a:ext cx="3459175" cy="4645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none: você decide por stage (mais eficiente)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label: seleciona o agent (ex.: linux)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roda steps em container (reprodutibilidade)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26/55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+ credentials (padrão seguro)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6675120" cy="510235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35608"/>
            <a:ext cx="6217920" cy="4782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 any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environment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'minha-app'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Exige credencial do tipo "Secret text" ou similar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GH_TOKEN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credentials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'github-token'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stages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'Exemplo'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'echo "App=${APP}"'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'echo "Token (oculto) está disponível"'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1252728"/>
            <a:ext cx="400781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0" y="1481328"/>
            <a:ext cx="3459175" cy="4645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credentials(id) injeta o segredo sem expor em texto puro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imprimir secrets em logs (Jenkins mascara, mas não confie cegamente)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credenciais com escopo mínimo e rotacione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27/55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options, triggers e parameters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6675120" cy="510235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35608"/>
            <a:ext cx="6217920" cy="4782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 any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options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timestamps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disableConcurrentBuilds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buildDiscarder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logRotator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numToKeepStr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'30'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unit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'MINUTES'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triggers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cron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'H/15 * * * *'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exemplo: a cada ~15 min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parameters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'ENV'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choices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'dev'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'staging'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'prod'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description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'Ambiente'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booleanParam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'SKIP_TESTS'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defaultValue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stages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'Run'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echo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"ENV=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SKIP_TESTS=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SKIP_TESTS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89520" y="1252728"/>
            <a:ext cx="400781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0" y="1481328"/>
            <a:ext cx="3459175" cy="4645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options: governança do job (timeout, logs, concorrência)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 agendamento (use webhooks quando possível)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controle de execução (ambiente, flags)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28/55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 input: gates e aprovações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6675120" cy="510235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35608"/>
            <a:ext cx="6217920" cy="4782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 any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stages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'Deploy staging'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when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branch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'main'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'./deploy.sh staging'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'Aprovar produção'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when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branch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'main'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input message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'Deploy em produção?'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ok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'Deploy!'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'Deploy produção'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when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branch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'main'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'./deploy.sh prod'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589520" y="1252728"/>
            <a:ext cx="400781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0" y="1481328"/>
            <a:ext cx="3459175" cy="4645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condicional (branch, tag, expressão)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pausa para aprovação (manual gate)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com RBAC: nem todo mundo deve poder aprovar prod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29/55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 matrix: acelerar feedback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6675120" cy="510235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35608"/>
            <a:ext cx="6217920" cy="4782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 any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stages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'Testes em paralelo'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parallel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'Unit'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steps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'make test-unit'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'Lint'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steps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'make lint'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'SAST'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steps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'make sast'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'Matrix (ex.: versões)'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matrix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axes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axis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'NODE'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values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'18'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stages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'Test'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steps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'node -v &amp;&amp; npm test'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589520" y="1252728"/>
            <a:ext cx="400781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0" y="1481328"/>
            <a:ext cx="3459175" cy="4645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parallel: jobs independentes em paralelo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matrix: varre combinações (versões/OS)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Cuidado: consumo de executores/agentes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30/55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stash/unstash + artifacts + junit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6675120" cy="510235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35608"/>
            <a:ext cx="6217920" cy="4782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 any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stages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'Build'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'make build'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stash name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'dist'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includes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'dist/**'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'Test'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'make test || true'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junit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'reports/junit/*.xml'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'Package'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unstash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'dist'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archiveArtifacts artifacts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'dist/**'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fingerprint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589520" y="1252728"/>
            <a:ext cx="400781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0" y="1481328"/>
            <a:ext cx="3459175" cy="4645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stash/unstash: move arquivos entre stages/agents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archiveArtifacts: versiona saída do build (com fingerprint)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junit: publica resultados (falha vs unstable depende configuração)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31/55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Visualização: Blue Ocean (status atual)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mnt/data/img/blueocean_pipeline_r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0736" y="1435608"/>
            <a:ext cx="8650224" cy="43251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635508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Ocean continua útil para visualização, mas não recebe novas funcionalidades (apenas correções).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32/55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autoria: Snippet Generator (preferida)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10362895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“Pipeline Syntax” você gera steps com os argumentos corretos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de steps depende dos plugins instalados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isso para evitar “adivinhar” sintaxe de plugin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33/55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Pipeline CI/CD completa (template)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6675120" cy="510235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35608"/>
            <a:ext cx="6217920" cy="4782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 none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options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timestamps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disableConcurrentBuilds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unit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'MINUTES'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environment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REGISTRY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'registry.example.com'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'acme/minha-app'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REGISTRY_TOKEN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credentials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'registry-token'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stages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'Checkout'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agent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label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'linux'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checkout scm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'Build + Unit'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agent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label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'linux'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'make build'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'make test-unit'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junit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'reports/junit/*.xml'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stash name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'dist'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includes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'dist/**'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</a:t>
            </a:r>
            <a:pPr indent="0" marL="0">
              <a:buNone/>
            </a:pP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'Build imagem'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when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branch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'main'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agent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label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'linux &amp;&amp; docker'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unstash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'dist'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'docker build -t $REGISTRY/$IMAGE:$BUILD_NUMBER .'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'echo $REGISTRY_TOKEN | docker login $REGISTRY -u token --password-stdin'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'docker push $REGISTRY/$IMAGE:$BUILD_NUMBER'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</a:t>
            </a:r>
            <a:pPr indent="0" marL="0">
              <a:buNone/>
            </a:pP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'Deploy staging'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when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branch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'main'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agent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label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'linux'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'./deploy.sh staging $BUILD_NUMBER'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</a:t>
            </a:r>
            <a:pPr indent="0" marL="0">
              <a:buNone/>
            </a:pP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'Aprovar prod'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when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branch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'main'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input message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'Deploy em produção?'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ok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'Deploy!'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 </a:t>
            </a:r>
            <a:pPr indent="0" marL="0">
              <a:buNone/>
            </a:pP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'Deploy prod'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when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branch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'main'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agent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label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'linux'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'./deploy.sh prod $BUILD_NUMBER'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</a:t>
            </a:r>
            <a:pPr indent="0" marL="0">
              <a:buNone/>
            </a:pP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always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archiveArtifacts artifacts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'reports/**'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allowEmptyArchive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89520" y="1252728"/>
            <a:ext cx="400781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0" y="1481328"/>
            <a:ext cx="3459175" cy="4645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adapte para seu stack (Maven/Gradle/NPM)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Prática: isole deploy em scripts versionados (deploy.sh)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Segurança: credenciais via Jenkins + menor privilégio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34/55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Pipeline a partir do GitHub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94360" y="1389888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Multibranch, webhooks, PR builds e Jenkinsfile dentro do repositório.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709928"/>
            <a:ext cx="110029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35/55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Multibranch Pipeline?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10362895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Descobre branches automaticamente e executa Jenkinsfile por branch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jobs por branch/PR sem “clicar e configurar tudo”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regras diferentes por branch (ex.: main vs feature)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36/55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Pré-requisitos (GitHub → Jenkins)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10362895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Plugins: Git, GitHub Branch Source (e dependências)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Credenciais: GitHub App (ideal) ou Personal Access Token (PAT)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Webhook: evento de push/PR chama o Jenkins (evite polling)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37/55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— Criar Multibranch Pipeline (passo a passo)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10362895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Jenkins → New Item → Multibranch Pipeline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Branch Sources → GitHub → credenciais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“Scan Multibranch Pipeline Triggers” → habilitar webhook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Apontar para o repo (org/user + nome)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Save → Scan Now (primeira indexação)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38/55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no GitHub (resumo do fluxo)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10362895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→ Settings → Webhooks → Add webhook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URL: https://&lt;seu-jenkins&gt;/github-webhook/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type: application/json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Eventos: push + pull_request (ou “Let me select…”)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Jenkins: habilitar o trigger de webhook no job multibranch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39/55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Jenkinsfile para PRs: exemplo de políticas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6675120" cy="510235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35608"/>
            <a:ext cx="6217920" cy="4782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 any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stages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'Build'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'make build'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'Test'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'make test'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junit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'reports/junit/*.xml'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'Deploy staging'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when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allOf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branch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'main'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expression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env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CHANGE_ID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null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'./deploy.sh staging'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589520" y="1252728"/>
            <a:ext cx="400781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0" y="1481328"/>
            <a:ext cx="3459175" cy="4645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env.CHANGE_ID existe em builds de PR (Multibranch)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comum: PR roda CI, mas não faz deploy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faz CI + CD (com gates)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40/55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para GitHub + Jenkins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10362895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Preferir GitHub App (escopo mínimo, revogação fácil) quando disponível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Trate Jenkinsfile como “código de produção”: PR review obrigatório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status checks no PR: build/test precisam estar verdes para merge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Padronize com Shared Libraries quando houver muitos repositórios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41/55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 — Pipeline a partir de um projeto local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94360" y="1389888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você não quer/ não pode usar GitHub (PoC, legado, rede isolada, etc.).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709928"/>
            <a:ext cx="110029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42/55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típicos de “projeto local”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10362895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só existe localmente (ainda sem SCM remoto)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air‑gapped / rede restrita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Legado com build fora do Git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PoCs e pipelines rápidas para migrar depois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43/55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abordagens seguras para rodar um projeto local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7178040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6537960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“Pipeline script” no Jenkins (sem Jenkinsfile no repo) — bom para PoC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Repositório Git local (file://) — ainda versiona Jenkinsfile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Jenkins em Docker com volume montado apontando para o projeto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092440" y="1508760"/>
            <a:ext cx="3474720" cy="20116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0" y="164592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Recomendação: use “B” ou “C” para manter Jenkinsfile versionado.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“A” é útil como rascunho, mas tende a virar dívida técnica.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44/55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2A — Pipeline script (sem SCM) para rodar um diretório local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6675120" cy="510235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35608"/>
            <a:ext cx="6217920" cy="4782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Jenkins: New Item → Pipeline → Pipeline script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'linux'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'Checkout (local)'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Ex.: projeto montado em /opt/projects/minha-app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'/opt/projects/minha-app'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'git status || true'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'Build'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'/opt/projects/minha-app'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'make build'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'Test'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'/opt/projects/minha-app'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'make test'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589520" y="1252728"/>
            <a:ext cx="400781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0" y="1481328"/>
            <a:ext cx="3459175" cy="4645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Pré-requisito: o diretório existe no agent (ou volume no Docker)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rastreabilidade, registre versão/commit no log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Migre para Jenkinsfile no repositório assim que possível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45/55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2B — Git local (file://) com Jenkinsfile no repo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6675120" cy="510235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35608"/>
            <a:ext cx="6217920" cy="4782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 any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stages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'Checkout (git local)'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git url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'file:///opt/git/minha-app'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branch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'main'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'Build'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'make build'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1252728"/>
            <a:ext cx="400781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0" y="1481328"/>
            <a:ext cx="3459175" cy="4645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repositório local bare (ou comum) e aponte via file://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credenciais só se for necessário (ex.: SSH local)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Benefício: Jenkinsfile versionado e revisável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46/55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2C — Jenkins em Docker + projeto montado como volume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6675120" cy="510235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35608"/>
            <a:ext cx="6217920" cy="4782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Exemplo: montar seu projeto no container do Jenkins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--name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jenkins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8080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50000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:50000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$PWD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/jenkins_home:/var/jenkins_home"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$PWD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/meu_projeto:/opt/projects/meu_projeto"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jenkins/jenkins:lts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1252728"/>
            <a:ext cx="400781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0" y="1481328"/>
            <a:ext cx="3459175" cy="4645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 cuidado em produção (permissões, isolamento, segurança)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 para labs e provas de conceito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47/55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7 — Operação, segurança e escala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94360" y="1389888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 Jenkins durar em produção: upgrades, plugins, backup, RBAC e crescimento.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709928"/>
            <a:ext cx="110029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48/55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rápido de segurança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10362895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Atualize Jenkins + plugins (com janela e teste) — evite ficar anos atrasado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Desabilite/limite scripts não confiáveis (principalmente em builds de PR externos)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credenciais com escopo mínimo e rotacione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 controller e agents; agents “descartáveis” reduzem contaminação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49/55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Escala: 2 estratégias (vertical vs horizontal)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10362895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Vertical: um controller maior (limite de I/O, plugins, filas, manutenção)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Horizontal: vários controllers por domínio/time (governança e isolamento)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elásticos: reduz custo e acelera builds em pico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50/55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e upgrades (regra de ouro)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10362895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Backupe JENKINS_HOME (config, jobs, credenciais encryptadas, etc.)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upgrade em cópia do ambiente antes de subir em produção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Cuide da versão do Java (mudanças de baseline acontecem)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51/55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704088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94360" y="1389888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Consolidando: modelo mental + próximos passos.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709928"/>
            <a:ext cx="110029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52/55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leva daqui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10362895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Entendimento do “pré-Jenkins” e por que CI/CD muda o jogo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instalar e configurar Jenkins com controller/agents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escrever Jenkinsfile (Declarative) com recursos essenciais e avançados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criar pipelines a partir de GitHub (Multibranch) e de projetos locais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mínimo para rodar Jenkins com segurança e escala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53/55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oficiais (para aprofundar)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10362895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User Handbook → Pipeline (Sintaxe + Jenkinsfile)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Multibranch Pipeline (branches e PRs)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 Scaling Jenkins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Press/Branding (uso correto do nome e logos)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54/55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3152"/>
            <a:ext cx="9951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1264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 prático (sugestão)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252728"/>
            <a:ext cx="11002975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81328"/>
            <a:ext cx="10362895" cy="4736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Escolha 1 repositório “piloto” (baixo risco)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Escreva Jenkinsfile mínimo (build + unit + reports)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Adicione Multibranch + webhook + PR checks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Evolua para CD com staging + gate + prod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Padronize com Shared Library e templates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82935" y="73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55/55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ChatGPT</cp:lastModifiedBy>
  <cp:revision>1</cp:revision>
  <dcterms:created xsi:type="dcterms:W3CDTF">2026-02-23T23:58:59Z</dcterms:created>
  <dcterms:modified xsi:type="dcterms:W3CDTF">2026-02-23T23:58:59Z</dcterms:modified>
</cp:coreProperties>
</file>