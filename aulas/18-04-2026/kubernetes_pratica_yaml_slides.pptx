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na prática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Rodrigo Barbosa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11155680" cy="53035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Kubernetes na prática com exemplos em YAML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0848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Uma explicação didática por comparação: processo manual → systemd → VM → Docker Compose → Kubernetes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23960" y="132588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06840" y="15361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Foco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06840" y="1783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Objetos centrais, YAML e fluxo de atualização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EF3C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Problema didático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3547872"/>
            <a:ext cx="27432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Como manter a aplicação no ar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Como escalar sem depender de uma máquina só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Como atualizar sem derrubar tudo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51960" y="297180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DCFCE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3182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Resposta do Kubernetes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07408" y="3547872"/>
            <a:ext cx="2651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Estado desejado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Self-healing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Escala horizontal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Rolling update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35240" y="297180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Objetos que veremos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90688" y="3547872"/>
            <a:ext cx="24688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Pod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Deployment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Service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ConfigMap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Evolução prática: do processo manual ao cluster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esta linha como narrativa em sala antes de abrir o YAML.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6596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26771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Execução manual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Rodar o processo direto no servidor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62072" y="2560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71800" y="18288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EF3C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36392" y="196596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36392" y="226771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systemd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36392" y="263347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Mantém um serviço vivo em uma máquina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93792" y="2560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03520" y="18288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EEF2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68112" y="196596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226771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VM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68112" y="263347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Isolamento por sistema operacional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25512" y="2560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35240" y="18288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DBEAF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99832" y="196596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9832" y="226771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Docker Compose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99832" y="263347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Sobe vários containers em conjunto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57232" y="2560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966960" y="18288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DCFCE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131552" y="196596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31552" y="226771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Kubernetes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131552" y="263347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Orquestra containers em cluster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429768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51560" y="455371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Resumo para explicar aos alunos: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8006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systemd cuida do processo, VM cuida da máquina, Docker cuida do container, Compose cuida da aplicação multi-container e Kubernetes cuida da orquestração em cluster.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Mapeando os objetos do Kubernetes para funções reais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97280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Objeto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Função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7830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Como explicar em sala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Pod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3464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Unidade mínima de execução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0574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Um ou mais containers muito próximos; normalmente começa-se pensando em “1 app = 1 Pod”.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880360"/>
            <a:ext cx="9966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53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Deployment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29535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Mantém réplicas e versão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9535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Garante estado desejado, substitui falhas e coordena rollout.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776472"/>
            <a:ext cx="9966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496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Service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34640" y="38496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Ponto estável de acesso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384962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Mesmo que os Pods mudem, o acesso lógico permanece.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672584"/>
            <a:ext cx="9966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457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ConfigMap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834640" y="47457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Configuração desacoplada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474573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Permite alterar valores de ambiente sem mudar a imagem da aplicação.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281928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Dica didática: apresente primeiro a função operacional e só depois mostre o YAML correspondente.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Exemplo 1 — Deployment em YAML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Aqui o aluno entende réplicas, imagem, porta e labels.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89304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deployment.yaml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5943600" cy="4526280"/>
          </a:xfrm>
          <a:prstGeom prst="roundRect">
            <a:avLst>
              <a:gd name="adj" fmla="val 12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00200"/>
            <a:ext cx="572414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apps/v1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loja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loja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loja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nginx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03720" y="150876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7556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Como explicar bloco por bloco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50608" y="2084832"/>
            <a:ext cx="397764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apiVersion + kind: dizem qual tipo de recurso está sendo criado.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metadata.name: nome lógico do objeto no cluster.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replicas: define quantas cópias eu quero rodando.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selector.matchLabels: diz quais Pods pertencem a este Deployment.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template.metadata.labels: rótulos aplicados aos Pods criados.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image + containerPort: definem a imagem e a porta exposta pelo container.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78040" y="52303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Leitura didática: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5440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34155"/>
                </a:solidFill>
              </a:rPr>
              <a:t>“Quero duas instâncias da minha API e, se uma falhar, o controlador tenta voltar ao estado desejado.”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Exemplo 2 — Service em YAML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Service é a ponte estável de acesso entre cliente e Pods.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53312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service.yaml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5303520" cy="3246120"/>
          </a:xfrm>
          <a:prstGeom prst="roundRect">
            <a:avLst>
              <a:gd name="adj" fmla="val 169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64208"/>
            <a:ext cx="508406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loja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loja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ClusterIP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572768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8105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Fluxo lógico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30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Cliente → Service → Pods com label app: loja-api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560320"/>
            <a:ext cx="429768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selector escolhe os Pods pelos labels.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port é a porta exposta pelo Service.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targetPort é a porta do container.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ClusterIP é acessível internamente no cluster.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507492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5321808"/>
            <a:ext cx="10149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Comparação didática: no Docker Compose você pensaria mais no nome do serviço e na rede local; no Kubernetes, o Service fornece descoberta e acesso estável mesmo com Pods sendo recriados.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Exemplo 3 — ConfigMap e consumo de variáveis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Separar configuração da imagem ajuda muito a mostrar boas práticas.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35024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configmap.yaml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45920"/>
            <a:ext cx="49926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ConfigMap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loja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"Loja Demo"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APP_ENV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"producao"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4352544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trecho no Deployment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4572000"/>
            <a:ext cx="5212080" cy="1188720"/>
          </a:xfrm>
          <a:prstGeom prst="roundRect">
            <a:avLst>
              <a:gd name="adj" fmla="val 461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4663440"/>
            <a:ext cx="4992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envFrom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configMapRef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loja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8105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Como traduzir isso em linguagem simples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3952" y="2176272"/>
            <a:ext cx="42976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A imagem continua a mesma.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O que muda é a configuração injetada no runtime.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Fica mais fácil trocar nome, ambiente e parâmetros sem rebuild.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É um ótimo gancho para falar de 12-factor app e separação entre código e configuração.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4700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Mensagem para a turma: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9103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34155"/>
                </a:solidFill>
              </a:rPr>
              <a:t>“Não preciso gerar outra imagem só porque o ambiente mudou.”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Aplicando e demonstrando em laboratório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Comandos mínimos para mostrar o ciclo completo.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35024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comandos-demo.sh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852160" cy="4526280"/>
          </a:xfrm>
          <a:prstGeom prst="roundRect">
            <a:avLst>
              <a:gd name="adj" fmla="val 12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45920"/>
            <a:ext cx="563270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deployment.yaml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service.yaml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configmap.yaml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deployments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svc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 loja-api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--replicas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restart deployment loja-api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image deployment/loja-api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nginx:1.28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deployment loja-api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526280" cy="4526280"/>
          </a:xfrm>
          <a:prstGeom prst="roundRect">
            <a:avLst>
              <a:gd name="adj" fmla="val 1616"/>
            </a:avLst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8105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 que demonstrar ao vivo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50608" y="2148840"/>
            <a:ext cx="379476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Criação dos objetos com apply.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Inspeção do estado com get.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Escala de 2 para 4 réplicas.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Troca da imagem da aplicação.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Acompanhamento do rollout.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</a:rPr>
              <a:t>Queda de um Pod e recomposição automática.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78040" y="48006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Gancho comparativo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50109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No Compose você sobe e derruba containers; no Kubernetes você declara o estado e observa o controlador agir para mantê-lo.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Comparação direta: Docker Compose x Kubernetes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Útil para fechar a explicação com uma ponte entre tecnologias.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docker-compose.yml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349240" cy="2560320"/>
          </a:xfrm>
          <a:prstGeom prst="roundRect">
            <a:avLst>
              <a:gd name="adj" fmla="val 214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28800"/>
            <a:ext cx="5129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nginx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"8080:80"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Loja Demo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72200" y="1517904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visão equivalente no Kubernetes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2560320"/>
          </a:xfrm>
          <a:prstGeom prst="roundRect">
            <a:avLst>
              <a:gd name="adj" fmla="val 214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1928" y="1828800"/>
            <a:ext cx="5129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Deployment + Service + ConfigMap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nginx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ClusterIP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APP_NAME=Loja Demo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617720"/>
            <a:ext cx="10835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8737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Conclusão didática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1480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</a:rPr>
              <a:t>Compose é excelente para desenvolvimento, prova de conceito e ambientes menores. Kubernetes entra quando a necessidade passa a ser orquestração em cluster, resiliência, atualização controlada e escala horizontal.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Fechamento: frase-chave para explicar Kubernetes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Encerramento simples para fixação dos alunos.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97280" y="1691640"/>
            <a:ext cx="9966960" cy="18288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2148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“Kubernetes não é só para subir container. Ele serve para manter aplicações containerizadas funcionando da forma desejada, em escala e com recuperação automática.”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402336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53312" y="4315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Quando usar na aula prática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4590288"/>
            <a:ext cx="39776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334155"/>
                </a:solidFill>
              </a:rPr>
              <a:t>MiniKube, Kind ou cluster de laboratório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334155"/>
                </a:solidFill>
              </a:rPr>
              <a:t>Aplicação simples com Nginx ou API demo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334155"/>
                </a:solidFill>
              </a:rPr>
              <a:t>Escala e rollout ao vivo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6309360" y="402336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43159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Mensagem final para os alunos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4590288"/>
            <a:ext cx="39776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334155"/>
                </a:solidFill>
              </a:rPr>
              <a:t>Aprendam a ler YAML como intenção operacional.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334155"/>
                </a:solidFill>
              </a:rPr>
              <a:t>Primeiro entendam o problema; depois a ferramenta.</a:t>
            </a:r>
            <a:endParaRPr lang="en-US" sz="13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na prática com YAML</dc:title>
  <dc:subject>Kubernetes na prática com YAML</dc:subject>
  <dc:creator>OpenAI</dc:creator>
  <cp:lastModifiedBy>OpenAI</cp:lastModifiedBy>
  <cp:revision>1</cp:revision>
  <dcterms:created xsi:type="dcterms:W3CDTF">2026-04-18T10:15:41Z</dcterms:created>
  <dcterms:modified xsi:type="dcterms:W3CDTF">2026-04-18T10:15:41Z</dcterms:modified>
</cp:coreProperties>
</file>