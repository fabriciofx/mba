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mensal (cenário)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99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8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285F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AWS</c:v>
                  </c:pt>
                  <c:pt idx="1">
                    <c:v>Azure</c:v>
                  </c:pt>
                  <c:pt idx="2">
                    <c:v>GCP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333.63</c:v>
                </c:pt>
                <c:pt idx="1">
                  <c:v>295.7</c:v>
                </c:pt>
                <c:pt idx="2">
                  <c:v>311.19</c:v>
                </c:pt>
              </c:numCache>
            </c:numRef>
          </c:val>
        </c:ser>
        <c:dLbls>
          <c:numFmt formatCode="$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 mensal (730h)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99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8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285F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AWS</c:v>
                  </c:pt>
                  <c:pt idx="1">
                    <c:v>Azure</c:v>
                  </c:pt>
                  <c:pt idx="2">
                    <c:v>GCP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73.58</c:v>
                </c:pt>
                <c:pt idx="1">
                  <c:v>62.78</c:v>
                </c:pt>
                <c:pt idx="2">
                  <c:v>48.92</c:v>
                </c:pt>
              </c:numCache>
            </c:numRef>
          </c:val>
        </c:ser>
        <c:dLbls>
          <c:numFmt formatCode="$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TiB/mês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99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8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285F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AWS</c:v>
                  </c:pt>
                  <c:pt idx="1">
                    <c:v>Azure</c:v>
                  </c:pt>
                  <c:pt idx="2">
                    <c:v>GCP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23.55</c:v>
                </c:pt>
                <c:pt idx="1">
                  <c:v>18.84</c:v>
                </c:pt>
                <c:pt idx="2">
                  <c:v>20.48</c:v>
                </c:pt>
              </c:numCache>
            </c:numRef>
          </c:val>
        </c:ser>
        <c:dLbls>
          <c:numFmt formatCode="$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 no exemplo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99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8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285F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AWS</c:v>
                  </c:pt>
                  <c:pt idx="1">
                    <c:v>Azure</c:v>
                  </c:pt>
                  <c:pt idx="2">
                    <c:v>GCP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89.91</c:v>
                </c:pt>
                <c:pt idx="1">
                  <c:v>78.3</c:v>
                </c:pt>
                <c:pt idx="2">
                  <c:v>119.88</c:v>
                </c:pt>
              </c:numCache>
            </c:numRef>
          </c:val>
        </c:ser>
        <c:dLbls>
          <c:numFmt formatCode="$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mensal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99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8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285F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AWS</c:v>
                  </c:pt>
                  <c:pt idx="1">
                    <c:v>Azure</c:v>
                  </c:pt>
                  <c:pt idx="2">
                    <c:v>GCP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333.63</c:v>
                </c:pt>
                <c:pt idx="1">
                  <c:v>295.7</c:v>
                </c:pt>
                <c:pt idx="2">
                  <c:v>311.19</c:v>
                </c:pt>
              </c:numCache>
            </c:numRef>
          </c:val>
        </c:ser>
        <c:dLbls>
          <c:numFmt formatCode="$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https://aws.amazon.com/eks/pricing/
- https://azure.microsoft.com/en-us/pricing/details/bandwidth/
- https://cloud.google.com/vpc/network-pricing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https://azure.microsoft.com/en-us/pricing/details/bandwidth/ (unidades e tabela de egress; nota 1 TB = 1,000 GB)
- https://cloud.google.com/storage/pricing (storage em GiB-hour)
- https://cloud.google.com/vpc/network-pricing (egress em GiB)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https://calculator.holori.com/aws/ec2/m7i.large (preço EC2 m7i.large us-east-1)
- https://instances.vantage.sh/azure/vm/d2as-v5 (preço Azure D2as v5)
- https://gcpinstances.doit.com/ (preço GCP e2-standard-2)
- https://docs.aws.amazon.com/solutions/latest/live-streaming-on-aws-with-amazon-s3/cost-example-1.html (S3 Standard $/GB-mês)
- https://cloud.google.com/storage/pricing (GCS Standard em GiB-hour)
- https://sedai.io/blog/azure-blob-storage-pricing (Azure Blob Hot tier referência)
- https://aws.amazon.com/vpc/pricing/ (exemplo Data Transfer Out $0.09/GB)
- https://azure.microsoft.com/en-us/pricing/details/bandwidth/ (egress $0.087/GB NA/EU)
- https://cloud.google.com/vpc/network-pricing (egress Premium $0.12/GiB 1–1024 GiB)
- https://aws.amazon.com/eks/pricing/ (EKS $0.10/h e suporte estendido)
- https://azure.microsoft.com/en-us/pricing/details/kubernetes-service/ (AKS tiers)
- https://cloud.google.com/kubernetes-engine/pricing (GKE mgmt fee)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https://aws.amazon.com/ec2/
- https://azure.microsoft.com/en-us/products/virtual-machines/
- https://cloud.google.com/products/compute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https://calculator.holori.com/aws/ec2/m7i.large (AWS m7i.large $0.1008/h, us-east-1)
- https://instances.vantage.sh/azure/vm/d2as-v5 (Azure D2as v5 $0.086/h)
- https://gcpinstances.doit.com/ (GCP e2-standard-2 ~$0.06701/h)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https://docs.aws.amazon.com/solutions/latest/live-streaming-on-aws-with-amazon-s3/cost-example-1.html (S3 Standard $0.023/GB-mês no exemplo)
- https://cloud.google.com/storage/pricing (Standard storage em GiB-hour e exemplo de dual-region $0.022/GB-mês)
- https://azure.microsoft.com/en-us/pricing/details/storage/blobs/ (página oficial; valores variam por região e são exibidos dinamicamente)
- https://sedai.io/blog/azure-blob-storage-pricing (referência $0.0184/GB-mês para Hot tier em muitas regiões US)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https://aws.amazon.com/vpc/pricing/ (exemplo com Data Transfer Out $0.09/GB)
- https://azure.microsoft.com/en-us/pricing/details/bandwidth/ (Internet Egress: Free 100GB; NA/EU $0.087/GB no próximo tier)
- https://cloud.google.com/vpc/network-pricing (Premium Tier: $0.12/GiB de 1–1024 GiB; 0–1 GiB free)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https://aws.amazon.com/eks/pricing/ (EKS $0.10/h standard support; $0.60/h extended support)
- https://azure.microsoft.com/en-us/pricing/details/kubernetes-service/ (AKS: free tier; Standard ~$73/cluster-mês; Premium ~$438/cluster-mês)
- https://cloud.google.com/kubernetes-engine/pricing (GKE cluster management fee $0.10/cluster-hour)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https://calculator.holori.com/aws/ec2/m7i.large
- https://instances.vantage.sh/azure/vm/d2as-v5
- https://gcpinstances.doit.com/
- https://docs.aws.amazon.com/solutions/latest/live-streaming-on-aws-with-amazon-s3/cost-example-1.html
- https://cloud.google.com/storage/pricing
- https://sedai.io/blog/azure-blob-storage-pricing
- https://aws.amazon.com/vpc/pricing/
- https://azure.microsoft.com/en-us/pricing/details/bandwidth/
- https://cloud.google.com/vpc/network-pricing
- https://aws.amazon.com/eks/pricing/
- https://azure.microsoft.com/en-us/pricing/details/kubernetes-service/
- https://cloud.google.com/kubernetes-engine/pricing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https://aws.amazon.com/eks/pricing/ (exemplo de taxa por hora e suporte estendido; base para discussão de clusters “sempre ligados”)
- https://azure.microsoft.com/en-us/pricing/details/bandwidth/ (egress como driver relevante)
- https://cloud.google.com/vpc/network-pricing (egress e tiers)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https://azure.microsoft.com/en-us/pricing/details/bandwidth/ (variáveis por zona/região e egress)
- https://cloud.google.com/storage/pricing (tiers, mínimos, operações)
- https://aws.amazon.com/eks/pricing/ (suporte estendido altera custo do cluster)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https://calculator.holori.com/aws/ec2/m7i.large
- https://instances.vantage.sh/azure/vm/d2as-v5
- https://gcpinstances.doit.com/
- https://docs.aws.amazon.com/solutions/latest/live-streaming-on-aws-with-amazon-s3/cost-example-1.html
- https://cloud.google.com/storage/pricing
- https://azure.microsoft.com/en-us/pricing/details/storage/blobs/
- https://sedai.io/blog/azure-blob-storage-pricing
- https://aws.amazon.com/vpc/pricing/
- https://azure.microsoft.com/en-us/pricing/details/bandwidth/
- https://cloud.google.com/vpc/network-pricing
- https://aws.amazon.com/eks/pricing/
- https://azure.microsoft.com/en-us/pricing/details/kubernetes-service/
- https://cloud.google.com/kubernetes-engine/pricing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de preços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49808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vs Microsoft Azure vs Google Cloud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514600"/>
            <a:ext cx="3566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44450" dist="1905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2606040"/>
            <a:ext cx="32369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852928"/>
            <a:ext cx="32369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Compute, Object Storage, Egress, Kubernetes (control plane)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17720" y="2514600"/>
            <a:ext cx="3566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44450" dist="1905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82312" y="2606040"/>
            <a:ext cx="32369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comparação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82312" y="2852928"/>
            <a:ext cx="32369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• Linux • Região de referência: NA/US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503920" y="2514600"/>
            <a:ext cx="3566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44450" dist="1905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68512" y="2606040"/>
            <a:ext cx="32369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68512" y="2852928"/>
            <a:ext cx="32369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oficiais + catálogos públicos • 31 jan 2026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794760"/>
            <a:ext cx="32918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895344"/>
            <a:ext cx="182880" cy="1828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387705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06240" y="3794760"/>
            <a:ext cx="32918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15968" y="3895344"/>
            <a:ext cx="182880" cy="1828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53712" y="387705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80960" y="3794760"/>
            <a:ext cx="32918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90688" y="3895344"/>
            <a:ext cx="182880" cy="18288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28432" y="387705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547104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Observação: preços variam por região, moeda, descontos, licenças e opções de redundância. Use como referência comparativa.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Premissas para comparabilidade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Atualizado em 31 jan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evitar comparações “desconexas”, usamos um conjunto fixo de premissas e um cenário de referência.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5321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905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128016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545336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instância “general purpose” ~2 vCPU e ~8 GiB RAM, Linux, on-demand.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storage: classe “hot/standard” (frequente acesso).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Egress: tráfego para Internet (fonte NA/US), exemplo de 1.000 GB/GiB.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Kubernetes: custo do plano de controle/gestão (não inclui nós).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417320"/>
            <a:ext cx="5285232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905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417320"/>
            <a:ext cx="128016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6248" y="1545336"/>
            <a:ext cx="50109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Unidades: cada provedor usa definições próprias (GB vs GiB; 1 TB = 1.000 GB em algumas tabelas).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incluímos: impostos, suporte, licenças Windows/SQL, custos de requests (storage), discos, balanceadores, NAT, etc.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comparar “ordem de grandeza” e pontos onde o custo muda de forma relevante.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11109960" cy="1600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709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de referência (mensal): 2 VMs + 1 cluster Kubernetes + 1 TiB em object storage + 1.000 GB/GiB de egress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519379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cenário não é “TCO completo”; serve para enxergar rapidamente quais linhas de custo tendem a dominar.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547104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para sua realidade, replique o cenário mudando região, tipo de instância, volume de dados e tier de storage.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Atualizado em 31 jan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cenário de referência, o total mensal fica na faixa de ~$296–$334, com diferenças concentradas em compute e egress.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2120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905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5727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leituras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38528"/>
            <a:ext cx="4800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(2 vCPU/8 GiB) tende a ser mais barato no GCP (E2), intermediário no Azure (D2as v5) e mais alto no AWS (m7i.large).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para Internet costuma pesar: no exemplo de 1.000 GB/GiB, Azure (NA/EU) tem rate menor; GCP Premium é mais caro nesse volume; AWS fica no meio.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(control plane) converge para ~$73/mês por cluster em EKS, AKS Standard e GKE (com diferenças em LTS/suporte estendido).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“hot/standard” fica na mesma ordem de grandeza (≈$19–$24 por 1 TiB/mês).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9320" y="1371600"/>
            <a:ext cx="6199632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905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63640" y="157276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de referência — total mensal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263640" y="2011680"/>
          <a:ext cx="5650992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6263640" y="5413248"/>
            <a:ext cx="146304" cy="146304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64808" y="538581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360920" y="5413248"/>
            <a:ext cx="146304" cy="14630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62088" y="538581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458200" y="5413248"/>
            <a:ext cx="146304" cy="146304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59368" y="538581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263640" y="56327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 de itens no slide “Cenário de referência”.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serviços equivalentes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“Mesma categoria” ≠ “mesmo preço”: nomes e limites mudam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estamos comparando (famílias de serviços):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743200" cy="42062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508760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788920" cy="42062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4992" y="1508760"/>
            <a:ext cx="2642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417320"/>
            <a:ext cx="3246120" cy="42062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53912" y="1508760"/>
            <a:ext cx="3099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326880" y="1417320"/>
            <a:ext cx="2331720" cy="42062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00032" y="1508760"/>
            <a:ext cx="2185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837944"/>
            <a:ext cx="2743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1929384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(VM)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1837944"/>
            <a:ext cx="2788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1929384"/>
            <a:ext cx="2642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1837944"/>
            <a:ext cx="3246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53912" y="1929384"/>
            <a:ext cx="3099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326880" y="1837944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0032" y="1929384"/>
            <a:ext cx="2185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Engine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258568"/>
            <a:ext cx="2743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2350008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2258568"/>
            <a:ext cx="2788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2350008"/>
            <a:ext cx="2642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2258568"/>
            <a:ext cx="3246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53912" y="2350008"/>
            <a:ext cx="3099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326880" y="2258568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00032" y="2350008"/>
            <a:ext cx="2185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2679192"/>
            <a:ext cx="2743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2770632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gerenciado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2679192"/>
            <a:ext cx="2788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4992" y="2770632"/>
            <a:ext cx="2642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80760" y="2679192"/>
            <a:ext cx="3246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53912" y="2770632"/>
            <a:ext cx="3099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326880" y="2679192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00032" y="2770632"/>
            <a:ext cx="2185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3099816"/>
            <a:ext cx="2743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" y="3191256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p/ Internet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91840" y="3099816"/>
            <a:ext cx="2788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64992" y="3191256"/>
            <a:ext cx="2642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Transfer Out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080760" y="3099816"/>
            <a:ext cx="3246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53912" y="3191256"/>
            <a:ext cx="3099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(Internet Egress)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326880" y="3099816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400032" y="3191256"/>
            <a:ext cx="2185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egress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1417320"/>
            <a:ext cx="11109960" cy="21031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640" y="4206240"/>
            <a:ext cx="1110996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9050" dir="2700000">
              <a:srgbClr val="000000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22960" y="440740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Especificidades que impactam o preço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22960" y="4754880"/>
            <a:ext cx="10607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Tipos de CPU (Intel/AMD/Arm), geração, “burstable” vs “general purpose”.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Unidades (GB vs GiB), tiers (Hot/Cool/Archive), e custos de requests/IO.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Tráfego: destinos, “free tier”, rotas premium vs internet pública, e uso de CDN.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Kubernetes: taxa de gestão, SLA/LTS, e custo real nos nós (VMs, autopilot/serverless).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48640" y="6547104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slides seguintes, cada comparação explicita premissas e unidade de cobrança.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— VM “general purpose” (~2 vCPU / ~8 GiB)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• On-demand • Região de referência: NA/US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920240" cy="42062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34440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143000"/>
            <a:ext cx="4846320" cy="42062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42032" y="1234440"/>
            <a:ext cx="4700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de referência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0" y="1143000"/>
            <a:ext cx="2011680" cy="42062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88352" y="1234440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Preço/h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326880" y="1143000"/>
            <a:ext cx="2331720" cy="42062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00032" y="1234440"/>
            <a:ext cx="2185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Preço/mês (730h)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563624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1655064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1563624"/>
            <a:ext cx="4846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1655064"/>
            <a:ext cx="4700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m7i.large (us-east-1)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0" y="1563624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88352" y="1655064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326880" y="1563624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00032" y="1655064"/>
            <a:ext cx="2185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$73.58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1984248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075688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68880" y="1984248"/>
            <a:ext cx="4846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42032" y="2075688"/>
            <a:ext cx="4700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D2as v5 (Linux)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0" y="1984248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88352" y="2075688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$0.09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326880" y="1984248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00032" y="2075688"/>
            <a:ext cx="2185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$62.78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2404872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2496312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468880" y="2404872"/>
            <a:ext cx="4846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42032" y="2496312"/>
            <a:ext cx="4700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Engine e2-standard-2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0" y="2404872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88352" y="2496312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$0.07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326880" y="2404872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00032" y="2496312"/>
            <a:ext cx="2185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$48.92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1143000"/>
            <a:ext cx="11109960" cy="168249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3063240"/>
            <a:ext cx="667512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9050" dir="27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22960" y="32461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— custo mensal (730h)</a:t>
            </a:r>
            <a:endParaRPr lang="en-US" sz="1300" dirty="0"/>
          </a:p>
        </p:txBody>
      </p:sp>
      <p:graphicFrame>
        <p:nvGraphicFramePr>
          <p:cNvPr id="40" name="Chart 0" descr=""/>
          <p:cNvGraphicFramePr/>
          <p:nvPr/>
        </p:nvGraphicFramePr>
        <p:xfrm>
          <a:off x="822960" y="3611880"/>
          <a:ext cx="62179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1" name="Shape 38"/>
          <p:cNvSpPr/>
          <p:nvPr/>
        </p:nvSpPr>
        <p:spPr>
          <a:xfrm>
            <a:off x="822960" y="5669280"/>
            <a:ext cx="146304" cy="146304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24128" y="564184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1920240" y="5669280"/>
            <a:ext cx="146304" cy="14630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121408" y="564184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3017520" y="5669280"/>
            <a:ext cx="146304" cy="146304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218688" y="564184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7406640" y="3063240"/>
            <a:ext cx="4251960" cy="3017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635240" y="32461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coerência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7635240" y="356616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Mesmo “tamanho” (vCPU/RAM) não garante mesma performance (CPU, clock, rede).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Azure D2as v5 (AMD) vs AWS m7i (Intel) vs GCP E2 (família econômica).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 produção, compare também: throughput de rede, armazenamento local, e limites de I/O.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548640" y="6547104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Sugestão: se desempenho importa, normalize por benchmark (SPECint, Geekbench, etc.) e não só por vCPU/RAM.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— classe “hot/standard”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Frequente acesso • 1 TiB = 1.024 GiB (aprox.)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920240" cy="42062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34440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143000"/>
            <a:ext cx="4572000" cy="42062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42032" y="1234440"/>
            <a:ext cx="4425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040880" y="1143000"/>
            <a:ext cx="2286000" cy="42062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14032" y="1234440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(GB-mês)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326880" y="1143000"/>
            <a:ext cx="2331720" cy="42062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00032" y="1234440"/>
            <a:ext cx="2185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1 TiB/mês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563624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1655064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1563624"/>
            <a:ext cx="4572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1655064"/>
            <a:ext cx="4425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Standard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1563624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14032" y="1655064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$0.0230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326880" y="1563624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00032" y="1655064"/>
            <a:ext cx="2185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$23.55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1984248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075688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68880" y="1984248"/>
            <a:ext cx="4572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42032" y="2075688"/>
            <a:ext cx="4425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Hot (LRS)*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40880" y="1984248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14032" y="2075688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$0.0184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326880" y="1984248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00032" y="2075688"/>
            <a:ext cx="2185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$18.84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2404872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2496312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468880" y="2404872"/>
            <a:ext cx="4572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42032" y="2496312"/>
            <a:ext cx="4425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Standard (regional)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40880" y="2404872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14032" y="2496312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$0.0200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326880" y="2404872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00032" y="2496312"/>
            <a:ext cx="2185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$20.48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1143000"/>
            <a:ext cx="11109960" cy="168249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3063240"/>
            <a:ext cx="667512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9050" dir="27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22960" y="32461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— custo de 1 TiB/mês</a:t>
            </a:r>
            <a:endParaRPr lang="en-US" sz="1300" dirty="0"/>
          </a:p>
        </p:txBody>
      </p:sp>
      <p:graphicFrame>
        <p:nvGraphicFramePr>
          <p:cNvPr id="40" name="Chart 0" descr=""/>
          <p:cNvGraphicFramePr/>
          <p:nvPr/>
        </p:nvGraphicFramePr>
        <p:xfrm>
          <a:off x="822960" y="3611880"/>
          <a:ext cx="62179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1" name="Shape 38"/>
          <p:cNvSpPr/>
          <p:nvPr/>
        </p:nvSpPr>
        <p:spPr>
          <a:xfrm>
            <a:off x="822960" y="5669280"/>
            <a:ext cx="146304" cy="146304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24128" y="564184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1920240" y="5669280"/>
            <a:ext cx="146304" cy="14630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121408" y="564184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3017520" y="5669280"/>
            <a:ext cx="146304" cy="146304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218688" y="564184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7406640" y="3063240"/>
            <a:ext cx="4251960" cy="3017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635240" y="32461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pode mudar muito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7635240" y="3566160"/>
            <a:ext cx="384048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Redundância (LRS/ZRS/GRS), regiões e “multi/dual-region”.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Custos de requests/operations e de recuperação (tiers frios).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Política de lifecycle e mínimos de retenção (Nearline/Coldline/Archive).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548640" y="6547104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Azure Blob: valor de referência amplamente citado para “hot LRS” em regiões US; valide na calculadora oficial para sua região.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egress — saída para Internet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1.000 GB/GiB em um mês (origem NA/US)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645920" cy="42062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34440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143000"/>
            <a:ext cx="3840480" cy="42062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67712" y="1234440"/>
            <a:ext cx="3694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usado no exemplo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143000"/>
            <a:ext cx="2743200" cy="42062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08192" y="1234440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(próximo tier)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778240" y="1143000"/>
            <a:ext cx="2880360" cy="42062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51392" y="1234440"/>
            <a:ext cx="2734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no exemplo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563624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1655064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94560" y="1563624"/>
            <a:ext cx="3840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7712" y="1655064"/>
            <a:ext cx="3694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GB/mês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563624"/>
            <a:ext cx="2743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08192" y="1655064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$0.09/GB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778240" y="1563624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51392" y="1655064"/>
            <a:ext cx="2734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$89.91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1984248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075688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94560" y="1984248"/>
            <a:ext cx="3840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67712" y="2075688"/>
            <a:ext cx="3694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GB/mês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1984248"/>
            <a:ext cx="2743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08192" y="2075688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$0.087/GB (NA/EU)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778240" y="1984248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51392" y="2075688"/>
            <a:ext cx="2734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$78.30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2404872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2496312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194560" y="2404872"/>
            <a:ext cx="3840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67712" y="2496312"/>
            <a:ext cx="3694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GiB/mês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35040" y="2404872"/>
            <a:ext cx="2743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08192" y="2496312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$0.12/GiB (1–1024 GiB)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778240" y="2404872"/>
            <a:ext cx="2880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51392" y="2496312"/>
            <a:ext cx="2734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$119.88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1143000"/>
            <a:ext cx="11109960" cy="168249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3063240"/>
            <a:ext cx="667512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9050" dir="27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22960" y="32461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— custo de egress (exemplo)</a:t>
            </a:r>
            <a:endParaRPr lang="en-US" sz="1300" dirty="0"/>
          </a:p>
        </p:txBody>
      </p:sp>
      <p:graphicFrame>
        <p:nvGraphicFramePr>
          <p:cNvPr id="40" name="Chart 0" descr=""/>
          <p:cNvGraphicFramePr/>
          <p:nvPr/>
        </p:nvGraphicFramePr>
        <p:xfrm>
          <a:off x="822960" y="3611880"/>
          <a:ext cx="62179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1" name="Shape 38"/>
          <p:cNvSpPr/>
          <p:nvPr/>
        </p:nvSpPr>
        <p:spPr>
          <a:xfrm>
            <a:off x="822960" y="5669280"/>
            <a:ext cx="146304" cy="146304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24128" y="564184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1920240" y="5669280"/>
            <a:ext cx="146304" cy="14630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121408" y="564184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3017520" y="5669280"/>
            <a:ext cx="146304" cy="146304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218688" y="564184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7406640" y="3063240"/>
            <a:ext cx="4251960" cy="3017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635240" y="32461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egress “explode”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7635240" y="3566160"/>
            <a:ext cx="384048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Destino (mesmo continente vs outro), e uso de rede premium vs internet pública.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Cache/CDN (reduz egress da origem, mas adiciona custo de CDN).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Replicação entre regiões/zonas e NAT Gateway/Load Balancer podem adicionar taxas.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548640" y="6547104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Unidades: Azure explicita 1 TB = 1.000 GB; GCP cobra em GiB; compare sempre a unidade do provedor.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gerenciado — custo do plano de controle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inclui nós (VMs) nem modo autopilot/serverless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828800" cy="42062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34440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1143000"/>
            <a:ext cx="2286000" cy="42062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0592" y="1234440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2377440" cy="42062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234440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40880" y="1143000"/>
            <a:ext cx="4617720" cy="42062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14032" y="1234440"/>
            <a:ext cx="4471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563624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1655064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77440" y="1563624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50592" y="1655064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support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563624"/>
            <a:ext cx="2377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1655064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$0.10/h (~$73/mês)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0" y="1563624"/>
            <a:ext cx="4617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14032" y="1655064"/>
            <a:ext cx="4471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em standard support (primeiros 14 meses)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1984248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075688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EKS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77440" y="1984248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50592" y="2075688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support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1984248"/>
            <a:ext cx="2377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2075688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$0.60/h (~$438/mês)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40880" y="1984248"/>
            <a:ext cx="4617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14032" y="2075688"/>
            <a:ext cx="4471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versão entra em suporte estendido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2404872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249631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AKS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377440" y="2404872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50592" y="2496312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2404872"/>
            <a:ext cx="2377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2496312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040880" y="2404872"/>
            <a:ext cx="4617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14032" y="2496312"/>
            <a:ext cx="4471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SLA; paga só recursos subjacentes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2825496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2916936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AKS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377440" y="2825496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50592" y="2916936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2825496"/>
            <a:ext cx="2377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2916936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$73/cluster-mês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040880" y="2825496"/>
            <a:ext cx="4617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14032" y="2916936"/>
            <a:ext cx="4471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para produção (Uptime SLA)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3246120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" y="3337560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AKS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377440" y="3246120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50592" y="3337560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663440" y="3246120"/>
            <a:ext cx="2377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36592" y="3337560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$438/cluster-mês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040880" y="3246120"/>
            <a:ext cx="4617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14032" y="3337560"/>
            <a:ext cx="4471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+ LTS (suporte estendido)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48640" y="3666744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1792" y="3758184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GKE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377440" y="3666744"/>
            <a:ext cx="2286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50592" y="3758184"/>
            <a:ext cx="2139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mgmt fee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663440" y="3666744"/>
            <a:ext cx="2377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36592" y="3758184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$0.10/h (~$73/mês)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040880" y="3666744"/>
            <a:ext cx="4617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14032" y="3758184"/>
            <a:ext cx="4471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fixa por cluster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48640" y="1143000"/>
            <a:ext cx="11109960" cy="294436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48640" y="4160520"/>
            <a:ext cx="11109960" cy="1920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2960" y="43434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prática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822960" y="4681728"/>
            <a:ext cx="10607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 1 cluster “sempre ligado”, a taxa de controle fica próxima de $73/mês na maioria dos casos (EKS standard, AKS Standard, GKE).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 ambientes long-lived/regulados, LTS/suporte estendido pode levar a $438/mês (AKS Premium; EKS Extended).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 grosso do custo em Kubernetes geralmente está nos nós (VMs), rede e storage — especialmente sem autoscaling eficaz.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48640" y="6547104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para comparar “Kubernetes completo”, modele também os nós (VM), autoscaling e a camada de rede (LB/NAT).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de referência — total e decomposição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VMs + 1 cluster + 1 TiB storage + 1.000 GB/GiB egress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58978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905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2344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mensal (USD)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22960" y="155448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22960" y="5349240"/>
            <a:ext cx="146304" cy="146304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532180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920240" y="5349240"/>
            <a:ext cx="146304" cy="14630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21408" y="532180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017520" y="5349240"/>
            <a:ext cx="146304" cy="146304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18688" y="532180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2960" y="55778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rápido: Azure &lt; GCP &lt; AWS (neste cenário).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629400" y="1051560"/>
            <a:ext cx="5559552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9050" dir="27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903720" y="12344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Decomposição (USD/mês)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903720" y="1600200"/>
            <a:ext cx="2103120" cy="42062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76872" y="1691640"/>
            <a:ext cx="1956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006840" y="1600200"/>
            <a:ext cx="1005840" cy="42062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79992" y="1691640"/>
            <a:ext cx="8595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012680" y="1600200"/>
            <a:ext cx="1005840" cy="42062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85832" y="1691640"/>
            <a:ext cx="8595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18520" y="1600200"/>
            <a:ext cx="896112" cy="42062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091672" y="1691640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903720" y="2020824"/>
            <a:ext cx="2103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76872" y="2112264"/>
            <a:ext cx="1956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(2 VMs)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006840" y="2020824"/>
            <a:ext cx="1005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079992" y="2112264"/>
            <a:ext cx="8595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$147.17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10012680" y="2020824"/>
            <a:ext cx="1005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085832" y="2112264"/>
            <a:ext cx="8595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$125.56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11018520" y="2020824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091672" y="2112264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$97.83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03720" y="2441448"/>
            <a:ext cx="2103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76872" y="2532888"/>
            <a:ext cx="1956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control plane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9006840" y="2441448"/>
            <a:ext cx="1005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079992" y="2532888"/>
            <a:ext cx="8595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$73.00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10012680" y="2441448"/>
            <a:ext cx="1005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085832" y="2532888"/>
            <a:ext cx="8595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$73.00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18520" y="2441448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1091672" y="2532888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$73.00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903720" y="2862072"/>
            <a:ext cx="2103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976872" y="2953512"/>
            <a:ext cx="1956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(1 TiB)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9006840" y="2862072"/>
            <a:ext cx="1005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079992" y="2953512"/>
            <a:ext cx="8595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$23.55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10012680" y="2862072"/>
            <a:ext cx="1005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085832" y="2953512"/>
            <a:ext cx="8595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$18.84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11018520" y="2862072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1091672" y="2953512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$20.48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6903720" y="3282696"/>
            <a:ext cx="2103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976872" y="3374136"/>
            <a:ext cx="1956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egress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9006840" y="3282696"/>
            <a:ext cx="1005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079992" y="3374136"/>
            <a:ext cx="8595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$89.91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0012680" y="3282696"/>
            <a:ext cx="1005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0085832" y="3374136"/>
            <a:ext cx="8595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$78.30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11018520" y="3282696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1091672" y="3374136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$119.88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6903720" y="3703320"/>
            <a:ext cx="2103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976872" y="3794760"/>
            <a:ext cx="1956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9006840" y="3703320"/>
            <a:ext cx="1005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9079992" y="3794760"/>
            <a:ext cx="8595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$333.63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10012680" y="3703320"/>
            <a:ext cx="1005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0085832" y="3794760"/>
            <a:ext cx="8595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$295.70</a:t>
            </a:r>
            <a:endParaRPr lang="en-US" sz="1100" dirty="0"/>
          </a:p>
        </p:txBody>
      </p:sp>
      <p:sp>
        <p:nvSpPr>
          <p:cNvPr id="63" name="Shape 60"/>
          <p:cNvSpPr/>
          <p:nvPr/>
        </p:nvSpPr>
        <p:spPr>
          <a:xfrm>
            <a:off x="11018520" y="3703320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11091672" y="3794760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$311.19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6903720" y="1600200"/>
            <a:ext cx="5010912" cy="25237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6903720" y="5440680"/>
            <a:ext cx="5010912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7086600" y="55321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Interpretação: neste mix, o “driver” de diferença é compute + egress. Se egress cair (CDN/cache), o ranking pode mudar.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548640" y="6547104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 ao seu contexto: troque região, tier de egress (premium/standard), e tipos de instância.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reduzir custos (sem perder a comparabilidade)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Mecanismos comuns entre provedores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1099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905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17043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arquitetura pode variar muito de preço dependendo do modelo de compra: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1600200"/>
            <a:ext cx="5394960" cy="16916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00200"/>
            <a:ext cx="109728" cy="1691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17647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Compromisso (1–3 anos)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9848" y="2057400"/>
            <a:ext cx="5029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Savings Plans / Reserved Instances • Azure Reserved / Savings Plan • GCP CUDs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bom para cargas estáveis (produção).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600200"/>
            <a:ext cx="5394960" cy="16916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600200"/>
            <a:ext cx="109728" cy="1691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17647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Preemptível / Spot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01968" y="2057400"/>
            <a:ext cx="5029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Spot • Azure Spot VMs • GCP Spot VMs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ideal para batch, CI/CD, workloads tolerantes a interrupção.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3611880"/>
            <a:ext cx="5394960" cy="16916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611880"/>
            <a:ext cx="109728" cy="1691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7764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 + rightsizing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69848" y="4069080"/>
            <a:ext cx="5029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Dimensionar por demanda real; desligar ambientes fora do horário; usar instâncias menores e mais numerosas quando fizer sentido.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3611880"/>
            <a:ext cx="5394960" cy="16916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611880"/>
            <a:ext cx="109728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1968" y="37764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Egress: cache e arquitetura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01968" y="4069080"/>
            <a:ext cx="5029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CDN, compressão, regionalização de tráfego e minimização de replicações.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egress é um dos principais “surprises” de fatura.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547104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me disser sua região, carga (CPU/RAM), volume de dados e perfil (dev/prod), eu ajusto o cenário e refaço os gráficos.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ranking muda (pontos de atenção)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este checklist para evitar surpresas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diferenças de preço são altamente sensíveis a decisões de arquitetura e operação: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532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9050" dir="27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50876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Região e zona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 de 20–100% são comuns entre regiões. “Brasil/South America” tende a ser mais caro, principalmente em egress.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325880"/>
            <a:ext cx="5532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9050" dir="27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150876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e replicação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1828800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pode reduzir egress da origem; mas replicação cross-region e NAT/LB podem adicionar taxas.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5532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9050" dir="27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20040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Kubernetes: nós e modo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520440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Autopilot/serverless muda completamente o custo (paga por pod/recurso, não por VM sempre ligada).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017520"/>
            <a:ext cx="5532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9050" dir="27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55080" y="320040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requests e tiers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3520440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Requests/IO podem superar o custo de armazenamento; tiers frios têm mínimos e custos de retrieval.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5532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9050" dir="27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48920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Licenças e suporte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5212080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Windows/SQL e planos de suporte mudam bastante o total; incluí-los cedo evita surpresas.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4709160"/>
            <a:ext cx="5532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9050" dir="27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55080" y="48920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Compromissos e rightsizing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5212080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Savings/Reserved/CUDs + autoscaling costumam ser os maiores multiplicadores de economia.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547104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compartilhar seu padrão de tráfego e requisitos (SLA, compliance, multi-região), eu adapto o comparativo para ficar 100% alinhado.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Apêndice — valores usados e como validar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rápido de auditoria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10996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905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188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do deck (USD):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1554480"/>
            <a:ext cx="3749040" cy="42062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645920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554480"/>
            <a:ext cx="2240280" cy="42062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645920"/>
            <a:ext cx="2093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0" y="1554480"/>
            <a:ext cx="2331720" cy="42062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31152" y="1645920"/>
            <a:ext cx="2185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89720" y="1554480"/>
            <a:ext cx="2240280" cy="42062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62872" y="1645920"/>
            <a:ext cx="2093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1975104"/>
            <a:ext cx="3749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2066544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2vCPU/8GiB (h)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1975104"/>
            <a:ext cx="2240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2066544"/>
            <a:ext cx="2093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1975104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1152" y="2066544"/>
            <a:ext cx="2185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$0.09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1975104"/>
            <a:ext cx="2240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62872" y="2066544"/>
            <a:ext cx="2093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8680" y="2395728"/>
            <a:ext cx="3749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" y="2487168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2vCPU/8GiB (mês)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2395728"/>
            <a:ext cx="2240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90872" y="2487168"/>
            <a:ext cx="2093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$73.58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0" y="2395728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31152" y="2487168"/>
            <a:ext cx="2185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$62.78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89720" y="2395728"/>
            <a:ext cx="2240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62872" y="2487168"/>
            <a:ext cx="2093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$48.92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68680" y="2816352"/>
            <a:ext cx="3749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1832" y="2907792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($/GB-mês)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17720" y="2816352"/>
            <a:ext cx="2240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90872" y="2907792"/>
            <a:ext cx="2093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$0.0230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58000" y="2816352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31152" y="2907792"/>
            <a:ext cx="2185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$0.0184*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189720" y="2816352"/>
            <a:ext cx="2240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62872" y="2907792"/>
            <a:ext cx="2093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$0.0200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68680" y="3236976"/>
            <a:ext cx="3749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1832" y="3328416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(1 TiB/mês)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17720" y="3236976"/>
            <a:ext cx="2240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90872" y="3328416"/>
            <a:ext cx="2093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$23.55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58000" y="3236976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31152" y="3328416"/>
            <a:ext cx="2185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$18.84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189720" y="3236976"/>
            <a:ext cx="2240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62872" y="3328416"/>
            <a:ext cx="2093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$20.48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68680" y="3657600"/>
            <a:ext cx="3749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1832" y="3749040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exemplo (1.000)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617720" y="3657600"/>
            <a:ext cx="2240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90872" y="3749040"/>
            <a:ext cx="2093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$89.91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858000" y="3657600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31152" y="3749040"/>
            <a:ext cx="2185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$78.30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189720" y="3657600"/>
            <a:ext cx="2240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62872" y="3749040"/>
            <a:ext cx="2093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$119.88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68680" y="4078224"/>
            <a:ext cx="3749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41832" y="4169664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mgmt (≈mês)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617720" y="4078224"/>
            <a:ext cx="2240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90872" y="4169664"/>
            <a:ext cx="2093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 (EKS std)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858000" y="4078224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31152" y="4169664"/>
            <a:ext cx="2185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 (AKS Std)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9189720" y="4078224"/>
            <a:ext cx="2240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262872" y="4169664"/>
            <a:ext cx="2093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 (GKE)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68680" y="1554480"/>
            <a:ext cx="10561320" cy="294436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8680" y="4800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validar rapidamente: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868680" y="5074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Troque a região no pricing calculator oficial (principalmente se você usa Brasil).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Confirme unidade (GB vs GiB) e tier (Hot/Cool/Archive; Premium/Standard).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Modele egress e inter-region (normalmente é o maior “gap” de custo).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Para Kubernetes, modele nós e rede (LB/NAT) — o control plane é só uma parte.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48640" y="6547104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Azure Blob Hot: valor de referência (pode variar por região e redundância).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ChatGPT</cp:lastModifiedBy>
  <cp:revision>1</cp:revision>
  <dcterms:created xsi:type="dcterms:W3CDTF">2026-01-31T04:13:48Z</dcterms:created>
  <dcterms:modified xsi:type="dcterms:W3CDTF">2026-01-31T04:13:48Z</dcterms:modified>
</cp:coreProperties>
</file>